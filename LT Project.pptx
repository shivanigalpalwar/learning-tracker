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8" r:id="rId5"/>
    <p:sldId id="260" r:id="rId6"/>
    <p:sldId id="261" r:id="rId7"/>
    <p:sldId id="262" r:id="rId8"/>
    <p:sldId id="272" r:id="rId9"/>
    <p:sldId id="271" r:id="rId10"/>
    <p:sldId id="263" r:id="rId11"/>
    <p:sldId id="264" r:id="rId12"/>
    <p:sldId id="269" r:id="rId13"/>
    <p:sldId id="259" r:id="rId14"/>
  </p:sldIdLst>
  <p:sldSz cx="12192000" cy="6858000"/>
  <p:notesSz cx="6858000" cy="9144000"/>
  <p:embeddedFontLst>
    <p:embeddedFont>
      <p:font typeface="Libre Baskerville" panose="020000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1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0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" y="0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72904" y="3499326"/>
            <a:ext cx="7246189" cy="800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lang="en-IN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2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 Tracker with Games</a:t>
            </a:r>
            <a:endParaRPr sz="2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1199EC-C06B-38DD-E1B0-BF63CDFFBABC}"/>
              </a:ext>
            </a:extLst>
          </p:cNvPr>
          <p:cNvSpPr txBox="1"/>
          <p:nvPr/>
        </p:nvSpPr>
        <p:spPr>
          <a:xfrm>
            <a:off x="8279296" y="4909931"/>
            <a:ext cx="34886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NAME </a:t>
            </a:r>
            <a:r>
              <a:rPr lang="en-US" sz="1800" dirty="0"/>
              <a:t>: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Galapalwar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Shivani</a:t>
            </a:r>
          </a:p>
          <a:p>
            <a:endParaRPr lang="en-US" sz="1800" dirty="0"/>
          </a:p>
          <a:p>
            <a:r>
              <a:rPr lang="en-US" sz="1800" b="1" dirty="0"/>
              <a:t>BATCH</a:t>
            </a:r>
            <a:r>
              <a:rPr lang="en-US" sz="1800" dirty="0"/>
              <a:t> : 536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748747" y="631055"/>
            <a:ext cx="10694505" cy="4893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b="1" u="sng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About Me</a:t>
            </a: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Name: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Galapalwar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Shivani </a:t>
            </a:r>
          </a:p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Background: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B.Tech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Computer Science Engineering, Bharat institute of engineering and technology</a:t>
            </a:r>
          </a:p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Data Science?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 chose to learn Data Science because I enjoy programming and logical problem-solving. I wanted to explore how data can be analyzed to solve real-world problems. I believe Data Science will help me build practical skills, work on meaningful projects, and prepare for a successful career in technology.</a:t>
            </a:r>
          </a:p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 Experience: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Fresher</a:t>
            </a:r>
          </a:p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LinkedIn :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www.linkedin.com/in/galapalwar-shivani-04782640b</a:t>
            </a:r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GitHub :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https://github.com/shivanigalpalwar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endParaRPr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684880" y="327991"/>
            <a:ext cx="9890355" cy="974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sz="3200" b="1" dirty="0">
                <a:solidFill>
                  <a:srgbClr val="FF0000"/>
                </a:solidFill>
              </a:rPr>
              <a:t>Agenda</a:t>
            </a:r>
            <a:endParaRPr sz="3200" b="1" dirty="0">
              <a:solidFill>
                <a:srgbClr val="FF0000"/>
              </a:solidFill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684880" y="1493134"/>
            <a:ext cx="10515600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Business Problem &amp; Proposed Solution</a:t>
            </a:r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Objective of the Project</a:t>
            </a:r>
            <a:endParaRPr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Key analysis questions </a:t>
            </a:r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Project Flow</a:t>
            </a:r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Applications</a:t>
            </a:r>
            <a:endParaRPr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Conclusion</a:t>
            </a:r>
            <a:endParaRPr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Your Experience/Challenges working </a:t>
            </a:r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Future Enhancements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9036B7-9B13-1EC0-1E3D-EA9B50101DE3}"/>
              </a:ext>
            </a:extLst>
          </p:cNvPr>
          <p:cNvSpPr txBox="1"/>
          <p:nvPr/>
        </p:nvSpPr>
        <p:spPr>
          <a:xfrm>
            <a:off x="785192" y="655983"/>
            <a:ext cx="1062493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Problem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structured way to track programming concepts. 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Difficulty maintaining consistent practice. 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Learning becomes monotonous. 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Progress may be lost without saving. 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Lack of interactive learning tools. </a:t>
            </a: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b="1" u="sng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Proposed Solution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 a Python-based Learning Tracker. 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Record and manage programming concepts. 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Save and load user progress. 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Include logic-based games to encourage regular practice. 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Make learning engaging through gamification. </a:t>
            </a:r>
          </a:p>
          <a:p>
            <a:endParaRPr lang="en-US" sz="2400" b="1" u="sng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5873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A6FBA9-4372-AA62-30B6-D36BA0425104}"/>
              </a:ext>
            </a:extLst>
          </p:cNvPr>
          <p:cNvSpPr txBox="1"/>
          <p:nvPr/>
        </p:nvSpPr>
        <p:spPr>
          <a:xfrm>
            <a:off x="675861" y="626165"/>
            <a:ext cx="1106225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 of the Project</a:t>
            </a:r>
          </a:p>
          <a:p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main objective of this project is to develop a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Learning Tracker with Games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that helps users monitor their programming journey while making learning more engaging through interactive games.</a:t>
            </a: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project aims to:</a:t>
            </a: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Track programming concepts learned by the user.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Record daily practice progress.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Store learning data permanently using file handling.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Encourage regular coding practice through mini games. </a:t>
            </a:r>
          </a:p>
        </p:txBody>
      </p:sp>
    </p:spTree>
    <p:extLst>
      <p:ext uri="{BB962C8B-B14F-4D97-AF65-F5344CB8AC3E}">
        <p14:creationId xmlns:p14="http://schemas.microsoft.com/office/powerpoint/2010/main" val="427085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228F47-A944-61D5-9C1E-1DD3AC4230AD}"/>
              </a:ext>
            </a:extLst>
          </p:cNvPr>
          <p:cNvSpPr txBox="1"/>
          <p:nvPr/>
        </p:nvSpPr>
        <p:spPr>
          <a:xfrm>
            <a:off x="704022" y="536714"/>
            <a:ext cx="10783956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Analysis Questions (Use Cases)</a:t>
            </a:r>
          </a:p>
          <a:p>
            <a:endParaRPr lang="en-US" sz="2400" b="1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b="1" u="sng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Case 1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Add Learning Concepts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 the user add new programming concepts to track? 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 Loops, Functions, OOP, Algorithms. </a:t>
            </a: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b="1" u="sng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Case 2 </a:t>
            </a:r>
            <a:r>
              <a:rPr lang="en-US" sz="24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Practice Tracking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 the user record that they practiced a concept today? 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application stores the practice date. </a:t>
            </a: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b="1" u="sng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Case 3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Save Progress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 the application save all progress before closing? 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Uses a text file (tracker.txt) to store data.</a:t>
            </a:r>
          </a:p>
        </p:txBody>
      </p:sp>
    </p:spTree>
    <p:extLst>
      <p:ext uri="{BB962C8B-B14F-4D97-AF65-F5344CB8AC3E}">
        <p14:creationId xmlns:p14="http://schemas.microsoft.com/office/powerpoint/2010/main" val="1582201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71A752-E92D-E22A-C911-2F40543297DA}"/>
              </a:ext>
            </a:extLst>
          </p:cNvPr>
          <p:cNvSpPr txBox="1"/>
          <p:nvPr/>
        </p:nvSpPr>
        <p:spPr>
          <a:xfrm>
            <a:off x="725557" y="655983"/>
            <a:ext cx="1050566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Case 4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Resume Previous Session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 the application restore previously saved data? 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Uses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load_progress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 when the program starts. </a:t>
            </a: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b="1" u="sng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Case 5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Learning Through Games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 users practice logical thinking while learning? 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Includes: </a:t>
            </a:r>
          </a:p>
          <a:p>
            <a:pPr lvl="1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Number Guessing Game </a:t>
            </a:r>
          </a:p>
          <a:p>
            <a:pPr lvl="1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Tic-Tac-Toe </a:t>
            </a:r>
          </a:p>
          <a:p>
            <a:pPr lvl="1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Sudoku </a:t>
            </a: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b="1" u="sng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Case 6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View Progress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 users view the concepts they are currently tracking? 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Displays all saved concepts.</a:t>
            </a:r>
          </a:p>
        </p:txBody>
      </p:sp>
    </p:spTree>
    <p:extLst>
      <p:ext uri="{BB962C8B-B14F-4D97-AF65-F5344CB8AC3E}">
        <p14:creationId xmlns:p14="http://schemas.microsoft.com/office/powerpoint/2010/main" val="29242765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A6810D-C175-A58E-82B6-2243CFC2BD04}"/>
              </a:ext>
            </a:extLst>
          </p:cNvPr>
          <p:cNvSpPr txBox="1"/>
          <p:nvPr/>
        </p:nvSpPr>
        <p:spPr>
          <a:xfrm>
            <a:off x="3348223" y="716342"/>
            <a:ext cx="9730408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                        Start</a:t>
            </a:r>
            <a:br>
              <a:rPr lang="en-US" dirty="0"/>
            </a:br>
            <a:r>
              <a:rPr lang="en-US" dirty="0"/>
              <a:t>                                  │</a:t>
            </a:r>
            <a:br>
              <a:rPr lang="en-US" dirty="0"/>
            </a:br>
            <a:r>
              <a:rPr lang="en-US" dirty="0"/>
              <a:t>                                 ▼</a:t>
            </a:r>
            <a:br>
              <a:rPr lang="en-US" dirty="0"/>
            </a:br>
            <a:r>
              <a:rPr lang="en-US" dirty="0"/>
              <a:t>                   Load Previous Progress</a:t>
            </a:r>
            <a:br>
              <a:rPr lang="en-US" dirty="0"/>
            </a:br>
            <a:r>
              <a:rPr lang="en-US" dirty="0"/>
              <a:t>                                 │</a:t>
            </a:r>
            <a:br>
              <a:rPr lang="en-US" dirty="0"/>
            </a:br>
            <a:r>
              <a:rPr lang="en-US" dirty="0"/>
              <a:t>                                ▼</a:t>
            </a:r>
            <a:br>
              <a:rPr lang="en-US" dirty="0"/>
            </a:br>
            <a:r>
              <a:rPr lang="en-US" dirty="0"/>
              <a:t>                   Display Main Menu</a:t>
            </a:r>
            <a:br>
              <a:rPr lang="en-US" dirty="0"/>
            </a:br>
            <a:r>
              <a:rPr lang="en-US" dirty="0"/>
              <a:t>                               │</a:t>
            </a:r>
            <a:br>
              <a:rPr lang="en-US" dirty="0"/>
            </a:br>
            <a:r>
              <a:rPr lang="en-US" dirty="0"/>
              <a:t>┌───────────┼────────────┐</a:t>
            </a:r>
            <a:br>
              <a:rPr lang="en-US" dirty="0"/>
            </a:br>
            <a:r>
              <a:rPr lang="en-US" dirty="0"/>
              <a:t>│                             │                               │</a:t>
            </a:r>
            <a:br>
              <a:rPr lang="en-US" dirty="0"/>
            </a:br>
            <a:r>
              <a:rPr lang="en-US" dirty="0"/>
              <a:t>▼                           ▼                              ▼</a:t>
            </a:r>
            <a:br>
              <a:rPr lang="en-US" dirty="0"/>
            </a:br>
            <a:r>
              <a:rPr lang="en-US" dirty="0"/>
              <a:t>Add Concept      Play Games         View Progress</a:t>
            </a:r>
            <a:br>
              <a:rPr lang="en-US" dirty="0"/>
            </a:br>
            <a:r>
              <a:rPr lang="en-US" dirty="0"/>
              <a:t>                               │</a:t>
            </a:r>
            <a:br>
              <a:rPr lang="en-US" dirty="0"/>
            </a:br>
            <a:r>
              <a:rPr lang="en-US" dirty="0"/>
              <a:t>│             ┌─────┼─────┐                │</a:t>
            </a:r>
            <a:br>
              <a:rPr lang="en-US" dirty="0"/>
            </a:br>
            <a:r>
              <a:rPr lang="en-US" dirty="0"/>
              <a:t>│               ▼         ▼            ▼               │</a:t>
            </a:r>
            <a:br>
              <a:rPr lang="en-US" dirty="0"/>
            </a:br>
            <a:r>
              <a:rPr lang="en-US"/>
              <a:t>│           Number   </a:t>
            </a:r>
            <a:r>
              <a:rPr lang="en-US" dirty="0"/>
              <a:t>Tic-        </a:t>
            </a:r>
            <a:r>
              <a:rPr lang="en-US"/>
              <a:t>Sudoku         </a:t>
            </a:r>
            <a:r>
              <a:rPr lang="en-US" dirty="0"/>
              <a:t>│</a:t>
            </a:r>
            <a:br>
              <a:rPr lang="en-US" dirty="0"/>
            </a:br>
            <a:r>
              <a:rPr lang="en-US"/>
              <a:t>│         Guessing   Tac-Toe                      │</a:t>
            </a:r>
            <a:br>
              <a:rPr lang="en-US" dirty="0"/>
            </a:b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└───────────┬────────────┘</a:t>
            </a:r>
            <a:br>
              <a:rPr lang="en-US" dirty="0"/>
            </a:br>
            <a:r>
              <a:rPr lang="en-US" dirty="0"/>
              <a:t>                              ▼</a:t>
            </a:r>
            <a:br>
              <a:rPr lang="en-US" dirty="0"/>
            </a:br>
            <a:r>
              <a:rPr lang="en-US" dirty="0"/>
              <a:t>                   Update Progress</a:t>
            </a:r>
            <a:br>
              <a:rPr lang="en-US" dirty="0"/>
            </a:br>
            <a:r>
              <a:rPr lang="en-US" dirty="0"/>
              <a:t>                               │</a:t>
            </a:r>
            <a:br>
              <a:rPr lang="en-US" dirty="0"/>
            </a:br>
            <a:r>
              <a:rPr lang="en-US" dirty="0"/>
              <a:t>                              ▼</a:t>
            </a:r>
            <a:br>
              <a:rPr lang="en-US" dirty="0"/>
            </a:br>
            <a:r>
              <a:rPr lang="en-US" dirty="0"/>
              <a:t>                   Save Progress</a:t>
            </a:r>
            <a:br>
              <a:rPr lang="en-US" dirty="0"/>
            </a:br>
            <a:r>
              <a:rPr lang="en-US" dirty="0"/>
              <a:t>                              │</a:t>
            </a:r>
            <a:br>
              <a:rPr lang="en-US" dirty="0"/>
            </a:br>
            <a:r>
              <a:rPr lang="en-US" dirty="0"/>
              <a:t>                             ▼</a:t>
            </a:r>
            <a:br>
              <a:rPr lang="en-US" dirty="0"/>
            </a:br>
            <a:r>
              <a:rPr lang="en-US" dirty="0"/>
              <a:t>                            Exit   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DBE46E-2CA6-5330-2684-C152F560E4FC}"/>
              </a:ext>
            </a:extLst>
          </p:cNvPr>
          <p:cNvSpPr txBox="1"/>
          <p:nvPr/>
        </p:nvSpPr>
        <p:spPr>
          <a:xfrm>
            <a:off x="586409" y="337930"/>
            <a:ext cx="63113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Flow</a:t>
            </a:r>
          </a:p>
        </p:txBody>
      </p:sp>
    </p:spTree>
    <p:extLst>
      <p:ext uri="{BB962C8B-B14F-4D97-AF65-F5344CB8AC3E}">
        <p14:creationId xmlns:p14="http://schemas.microsoft.com/office/powerpoint/2010/main" val="33575434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ADF13E-0D86-C911-7994-C4D70DA2E3EF}"/>
              </a:ext>
            </a:extLst>
          </p:cNvPr>
          <p:cNvSpPr txBox="1"/>
          <p:nvPr/>
        </p:nvSpPr>
        <p:spPr>
          <a:xfrm>
            <a:off x="536713" y="566530"/>
            <a:ext cx="1059511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Applications</a:t>
            </a:r>
          </a:p>
          <a:p>
            <a:endParaRPr lang="en-US" sz="2400" b="1" u="sng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Programming learning tracker for beginners.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Self-learning companion for coding practice.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Educational institutions and training centers.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Coding bootcamps and workshops.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Daily programming practice and habit building.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Logic and problem-solving skill development. </a:t>
            </a:r>
          </a:p>
        </p:txBody>
      </p:sp>
    </p:spTree>
    <p:extLst>
      <p:ext uri="{BB962C8B-B14F-4D97-AF65-F5344CB8AC3E}">
        <p14:creationId xmlns:p14="http://schemas.microsoft.com/office/powerpoint/2010/main" val="18832940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8F5D9C6-368E-198D-48B9-D052B00D0667}"/>
              </a:ext>
            </a:extLst>
          </p:cNvPr>
          <p:cNvSpPr txBox="1"/>
          <p:nvPr/>
        </p:nvSpPr>
        <p:spPr>
          <a:xfrm>
            <a:off x="626165" y="566530"/>
            <a:ext cx="107442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Programmer Learning Tracker successfully combines learning with interactive games, making programming practice more engaging and motivating.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project demonstrates the effective use of fundamental Python concepts such as: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Lists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Dictionaries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Loops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Conditional Statements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File Handling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Exception Handling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Modules 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application provides a simple yet effective way to organize learning progress while improving logical thinking through games.</a:t>
            </a:r>
          </a:p>
        </p:txBody>
      </p:sp>
    </p:spTree>
    <p:extLst>
      <p:ext uri="{BB962C8B-B14F-4D97-AF65-F5344CB8AC3E}">
        <p14:creationId xmlns:p14="http://schemas.microsoft.com/office/powerpoint/2010/main" val="21761773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EDBE05-B142-3FC0-E36A-76638E915492}"/>
              </a:ext>
            </a:extLst>
          </p:cNvPr>
          <p:cNvSpPr txBox="1"/>
          <p:nvPr/>
        </p:nvSpPr>
        <p:spPr>
          <a:xfrm>
            <a:off x="646042" y="506896"/>
            <a:ext cx="10883349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Challenges While Working on the Project</a:t>
            </a:r>
          </a:p>
          <a:p>
            <a:endParaRPr lang="en-US" sz="2400" b="1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Designing a modular program structure.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Implementing file handling for data persistence.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Managing data using lists, dictionaries, and a 2D list.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Validating user inputs and handling exceptions.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Developing the game logic for Number Guessing, Tic-Tac-Toe, and Sudoku.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Implementing Sudoku validation rules.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Integrating multiple modules into one application.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Testing and debugging the complete project.</a:t>
            </a:r>
          </a:p>
          <a:p>
            <a:b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53288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92DC08-8106-52EF-9E04-5A6DE4D9F5BE}"/>
              </a:ext>
            </a:extLst>
          </p:cNvPr>
          <p:cNvSpPr txBox="1"/>
          <p:nvPr/>
        </p:nvSpPr>
        <p:spPr>
          <a:xfrm>
            <a:off x="805070" y="646043"/>
            <a:ext cx="1068456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 Enhancements:</a:t>
            </a:r>
          </a:p>
          <a:p>
            <a:endParaRPr lang="en-US" sz="2400" u="sng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 a graphical user interface (GUI).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Replace the text file with a database.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Display learning analytics using charts and graphs.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Introduce achievements and reward badges.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 more interactive programming games.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 multiple difficulty levels.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 personalized learning recommendations.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 practice reminders and notifications. </a:t>
            </a:r>
          </a:p>
        </p:txBody>
      </p:sp>
    </p:spTree>
    <p:extLst>
      <p:ext uri="{BB962C8B-B14F-4D97-AF65-F5344CB8AC3E}">
        <p14:creationId xmlns:p14="http://schemas.microsoft.com/office/powerpoint/2010/main" val="25620354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454</TotalTime>
  <Words>755</Words>
  <Application>Microsoft Office PowerPoint</Application>
  <PresentationFormat>Widescreen</PresentationFormat>
  <Paragraphs>115</Paragraphs>
  <Slides>13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Times New Roman</vt:lpstr>
      <vt:lpstr>Calibri</vt:lpstr>
      <vt:lpstr>Libre Baskerville</vt:lpstr>
      <vt:lpstr>Arial</vt:lpstr>
      <vt:lpstr>Office Theme</vt:lpstr>
      <vt:lpstr>PowerPoint Presentation</vt:lpstr>
      <vt:lpstr>PowerPoint Presentation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shubhangi galpalwar</cp:lastModifiedBy>
  <cp:revision>9</cp:revision>
  <dcterms:created xsi:type="dcterms:W3CDTF">2021-02-16T05:19:01Z</dcterms:created>
  <dcterms:modified xsi:type="dcterms:W3CDTF">2026-06-19T06:43:39Z</dcterms:modified>
</cp:coreProperties>
</file>